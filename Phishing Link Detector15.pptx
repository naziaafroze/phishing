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6695" y="1229032"/>
            <a:ext cx="8899731" cy="1065826"/>
          </a:xfrm>
        </p:spPr>
        <p:txBody>
          <a:bodyPr>
            <a:normAutofit/>
          </a:bodyPr>
          <a:lstStyle/>
          <a:p>
            <a:r>
              <a:rPr lang="en-IN" sz="6000" b="1" dirty="0"/>
              <a:t>Phishing link detector</a:t>
            </a:r>
            <a:endParaRPr lang="en-IN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0995" y="3254477"/>
            <a:ext cx="3362631" cy="280219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Team : </a:t>
            </a:r>
            <a:r>
              <a:rPr lang="en-US" alt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nazia afroze </a:t>
            </a:r>
            <a:endParaRPr lang="en-US" alt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US" alt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      keerthi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       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       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         </a:t>
            </a:r>
            <a:endParaRPr lang="en-IN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4451455" cy="863599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  <a:endParaRPr lang="en-IN" sz="4000" b="1" dirty="0"/>
          </a:p>
        </p:txBody>
      </p:sp>
      <p:pic>
        <p:nvPicPr>
          <p:cNvPr id="34" name="Content Placeholder 3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33440" y="1065801"/>
            <a:ext cx="5394960" cy="4471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1146705" y="1564640"/>
            <a:ext cx="4593695" cy="439928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Phishing steals sensitive information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Targets: passwords, bank details, personal data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Fake websites look like real platforms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System helps protect users online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945" y="836139"/>
            <a:ext cx="5203295" cy="593404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Problem Statement</a:t>
            </a:r>
            <a:endParaRPr lang="en-IN" sz="4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6730" y="1639885"/>
            <a:ext cx="5524710" cy="4456115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Users cannot easily identify phishing websites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Leads to theft of sensitive data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Need a system to detect phishing links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Increasing frequency of phishing attacks makes online activities unsafe 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53201" y="1690480"/>
            <a:ext cx="4722070" cy="33387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5162655" cy="1639884"/>
          </a:xfrm>
        </p:spPr>
        <p:txBody>
          <a:bodyPr>
            <a:noAutofit/>
          </a:bodyPr>
          <a:lstStyle/>
          <a:p>
            <a:r>
              <a:rPr lang="en-US" sz="4000" b="1" dirty="0"/>
              <a:t>Proposed Solution</a:t>
            </a:r>
            <a:br>
              <a:rPr lang="en-US" sz="4000" b="1" dirty="0"/>
            </a:br>
            <a:endParaRPr lang="en-IN" sz="40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 l="259" t="16193" r="-1"/>
          <a:stretch>
            <a:fillRect/>
          </a:stretch>
        </p:blipFill>
        <p:spPr>
          <a:xfrm>
            <a:off x="5852160" y="1889761"/>
            <a:ext cx="5557520" cy="28621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1544321"/>
            <a:ext cx="3856037" cy="4246880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Analyze URL features (length, HTTPS, suspicious words)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Classify as Safe / Phishing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Alert user in real-time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4362"/>
          </a:xfrm>
        </p:spPr>
        <p:txBody>
          <a:bodyPr>
            <a:normAutofit/>
          </a:bodyPr>
          <a:lstStyle/>
          <a:p>
            <a:r>
              <a:rPr lang="en-US" sz="4000" b="1" dirty="0"/>
              <a:t>How It Works</a:t>
            </a:r>
            <a:endParaRPr lang="en-IN" sz="4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1141412" y="1290320"/>
            <a:ext cx="10186987" cy="5222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Steps:</a:t>
            </a:r>
            <a:endParaRPr lang="en-IN" sz="2800" dirty="0"/>
          </a:p>
          <a:p>
            <a:r>
              <a:rPr lang="en-IN" sz="2800" dirty="0"/>
              <a:t>User enters a website URL.</a:t>
            </a:r>
            <a:endParaRPr lang="en-IN" sz="2800" dirty="0"/>
          </a:p>
          <a:p>
            <a:r>
              <a:rPr lang="en-IN" sz="2800" dirty="0"/>
              <a:t>System </a:t>
            </a:r>
            <a:r>
              <a:rPr lang="en-IN" sz="2800" dirty="0" err="1"/>
              <a:t>analyzes</a:t>
            </a:r>
            <a:r>
              <a:rPr lang="en-IN" sz="2800" dirty="0"/>
              <a:t> key features:</a:t>
            </a:r>
            <a:endParaRPr lang="en-IN" sz="2800" dirty="0"/>
          </a:p>
          <a:p>
            <a:r>
              <a:rPr lang="en-IN" sz="2800" dirty="0"/>
              <a:t>URL length</a:t>
            </a:r>
            <a:endParaRPr lang="en-IN" sz="2800" dirty="0"/>
          </a:p>
          <a:p>
            <a:r>
              <a:rPr lang="en-IN" sz="2800" dirty="0"/>
              <a:t>HTTPS (secure connection)</a:t>
            </a:r>
            <a:endParaRPr lang="en-IN" sz="2800" dirty="0"/>
          </a:p>
          <a:p>
            <a:r>
              <a:rPr lang="en-IN" sz="2800" dirty="0"/>
              <a:t>Suspicious words / patterns</a:t>
            </a:r>
            <a:endParaRPr lang="en-IN" sz="2800" dirty="0"/>
          </a:p>
          <a:p>
            <a:r>
              <a:rPr lang="en-IN" sz="2800" dirty="0"/>
              <a:t>Algorithm classifies website as Safe or Phishing.</a:t>
            </a:r>
            <a:endParaRPr lang="en-IN" sz="2800" dirty="0"/>
          </a:p>
          <a:p>
            <a:r>
              <a:rPr lang="en-IN" sz="2800" dirty="0"/>
              <a:t>Result displayed and user alerted instantly.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8000" y="1062058"/>
            <a:ext cx="806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Example URLs:</a:t>
            </a:r>
            <a:endParaRPr lang="en-IN" sz="3200" dirty="0"/>
          </a:p>
          <a:p>
            <a:r>
              <a:rPr lang="en-IN" sz="3200" dirty="0"/>
              <a:t>Safe Websites:</a:t>
            </a:r>
            <a:endParaRPr lang="en-IN" sz="3200" dirty="0"/>
          </a:p>
          <a:p>
            <a:r>
              <a:rPr lang="en-IN" sz="3200" dirty="0"/>
              <a:t>https://www.google.com⁠✅</a:t>
            </a:r>
            <a:endParaRPr lang="en-IN" sz="3200" dirty="0"/>
          </a:p>
          <a:p>
            <a:r>
              <a:rPr lang="en-IN" sz="3200" dirty="0"/>
              <a:t>https://www.amazon.com⁠✅</a:t>
            </a:r>
            <a:endParaRPr lang="en-IN" sz="3200" dirty="0"/>
          </a:p>
          <a:p>
            <a:r>
              <a:rPr lang="en-IN" sz="3200" dirty="0"/>
              <a:t>Phishing Websites (Demo purpose):</a:t>
            </a:r>
            <a:endParaRPr lang="en-IN" sz="3200" dirty="0"/>
          </a:p>
          <a:p>
            <a:r>
              <a:rPr lang="en-IN" sz="3200" dirty="0"/>
              <a:t>http://secure-login-</a:t>
            </a:r>
            <a:r>
              <a:rPr lang="en-IN" sz="3200" dirty="0" err="1"/>
              <a:t>amazon.xyz</a:t>
            </a:r>
            <a:r>
              <a:rPr lang="en-IN" sz="3200" dirty="0"/>
              <a:t>⁠❌</a:t>
            </a:r>
            <a:endParaRPr lang="en-IN" sz="3200" dirty="0"/>
          </a:p>
          <a:p>
            <a:r>
              <a:rPr lang="en-IN" sz="3200" dirty="0"/>
              <a:t>http://verify-</a:t>
            </a:r>
            <a:r>
              <a:rPr lang="en-IN" sz="3200" dirty="0" err="1"/>
              <a:t>paypal</a:t>
            </a:r>
            <a:r>
              <a:rPr lang="en-IN" sz="3200" dirty="0"/>
              <a:t>-</a:t>
            </a:r>
            <a:r>
              <a:rPr lang="en-IN" sz="3200" dirty="0" err="1"/>
              <a:t>account.free</a:t>
            </a:r>
            <a:r>
              <a:rPr lang="en-IN" sz="3200" dirty="0"/>
              <a:t>⁠❌</a:t>
            </a:r>
            <a:endParaRPr lang="en-IN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features</a:t>
            </a:r>
            <a:endParaRPr lang="en-IN" sz="40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Quick &amp; Accurate Detection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Analyzes URL Features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Real-Time Alerts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User-Friendly Interface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Handles Known &amp; Unknown URLs</a:t>
            </a: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Future Scope</a:t>
            </a:r>
            <a:br>
              <a:rPr lang="en-IN" sz="4000" b="1" dirty="0"/>
            </a:b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645920"/>
            <a:ext cx="9905999" cy="4145281"/>
          </a:xfrm>
        </p:spPr>
        <p:txBody>
          <a:bodyPr>
            <a:noAutofit/>
          </a:bodyPr>
          <a:lstStyle/>
          <a:p>
            <a:r>
              <a:rPr lang="en-IN" sz="2800" dirty="0"/>
              <a:t>Future Scope</a:t>
            </a:r>
            <a:endParaRPr lang="en-IN" sz="2800" dirty="0"/>
          </a:p>
          <a:p>
            <a:r>
              <a:rPr lang="en-IN" sz="2800" dirty="0"/>
              <a:t>Browser extension for real-time protection</a:t>
            </a:r>
            <a:endParaRPr lang="en-IN" sz="2800" dirty="0"/>
          </a:p>
          <a:p>
            <a:r>
              <a:rPr lang="en-IN" sz="2800" dirty="0"/>
              <a:t>Mobile app development</a:t>
            </a:r>
            <a:endParaRPr lang="en-IN" sz="2800" dirty="0"/>
          </a:p>
          <a:p>
            <a:r>
              <a:rPr lang="en-IN" sz="2800" dirty="0"/>
              <a:t>Improve AI/ML algorithms</a:t>
            </a:r>
            <a:endParaRPr lang="en-IN" sz="2800" dirty="0"/>
          </a:p>
          <a:p>
            <a:r>
              <a:rPr lang="en-IN" sz="2800" dirty="0"/>
              <a:t>Add email phishing detection</a:t>
            </a:r>
            <a:endParaRPr lang="en-IN" sz="2800" dirty="0"/>
          </a:p>
          <a:p>
            <a:r>
              <a:rPr lang="en-IN" sz="2800" dirty="0"/>
              <a:t>Continuous dataset updates</a:t>
            </a: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Conclusion</a:t>
            </a:r>
            <a:br>
              <a:rPr lang="en-US" dirty="0"/>
            </a:b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0" y="1846948"/>
            <a:ext cx="5283201" cy="33854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812800" y="1808480"/>
            <a:ext cx="5098945" cy="4297680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Phishing is a major cyber threat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 identifies malicious websites effectively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Improves online safety &amp; awareness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Can extend for apps &amp; AI</a:t>
            </a: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693" y="2386358"/>
            <a:ext cx="9905998" cy="1478570"/>
          </a:xfrm>
        </p:spPr>
        <p:txBody>
          <a:bodyPr>
            <a:normAutofit/>
          </a:bodyPr>
          <a:lstStyle/>
          <a:p>
            <a:r>
              <a:rPr lang="en-US" sz="9600" b="1" dirty="0"/>
              <a:t>Thank you</a:t>
            </a:r>
            <a:endParaRPr lang="en-IN" sz="96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{B41FD4BE-C512-421E-9F72-2DBC6988298F}TF6d5feb1e-e145-43f1-b745-cb4b54c5ee975d365c52-ce22229b0e48</Template>
  <TotalTime>0</TotalTime>
  <Words>1441</Words>
  <Application>WPS Presentation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Trebuchet MS</vt:lpstr>
      <vt:lpstr>Tw Cen MT</vt:lpstr>
      <vt:lpstr>Microsoft YaHei</vt:lpstr>
      <vt:lpstr>Arial Unicode MS</vt:lpstr>
      <vt:lpstr>Calibri</vt:lpstr>
      <vt:lpstr>Circuit</vt:lpstr>
      <vt:lpstr>Phishing link detector</vt:lpstr>
      <vt:lpstr>Introduction</vt:lpstr>
      <vt:lpstr>Problem Statement</vt:lpstr>
      <vt:lpstr>Proposed Solution </vt:lpstr>
      <vt:lpstr>How It Works</vt:lpstr>
      <vt:lpstr>PowerPoint 演示文稿</vt:lpstr>
      <vt:lpstr>features</vt:lpstr>
      <vt:lpstr>Future Scope </vt:lpstr>
      <vt:lpstr>Conclusion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dharmanapravalika@outlook.com</dc:creator>
  <cp:lastModifiedBy>Nazia afroze</cp:lastModifiedBy>
  <cp:revision>3</cp:revision>
  <dcterms:created xsi:type="dcterms:W3CDTF">2026-03-22T13:06:00Z</dcterms:created>
  <dcterms:modified xsi:type="dcterms:W3CDTF">2026-08-01T09:39:48Z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0CE92D6D0E1D41F5B00026DB7D823B76_12</vt:lpwstr>
  </property>
  <property fmtid="{D5CDD505-2E9C-101B-9397-08002B2CF9AE}" pid="3" name="KSOProductBuildVer">
    <vt:lpwstr>1033-12.1.0.28032</vt:lpwstr>
  </property>
</Properties>
</file>